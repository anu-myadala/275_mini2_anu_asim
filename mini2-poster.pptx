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Total Request Time vs. Chunk Size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 total time (us)</c:v>
                </c:pt>
              </c:strCache>
            </c:strRef>
          </c:tx>
          <c:spPr>
            <a:solidFill>
              <a:srgbClr val="50BEAA"/>
            </a:solidFill>
          </c:spPr>
          <c:cat>
            <c:strRef>
              <c:f>Sheet1!$A$2:$A$6</c:f>
              <c:strCache>
                <c:ptCount val="5"/>
                <c:pt idx="0">
                  <c:v>2 KB</c:v>
                </c:pt>
                <c:pt idx="1">
                  <c:v>8 KB</c:v>
                </c:pt>
                <c:pt idx="2">
                  <c:v>32 KB</c:v>
                </c:pt>
                <c:pt idx="3">
                  <c:v>128 KB</c:v>
                </c:pt>
                <c:pt idx="4">
                  <c:v>512 KB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337844</c:v>
                </c:pt>
                <c:pt idx="1">
                  <c:v>91303</c:v>
                </c:pt>
                <c:pt idx="2">
                  <c:v>45748</c:v>
                </c:pt>
                <c:pt idx="3">
                  <c:v>47482</c:v>
                </c:pt>
                <c:pt idx="4">
                  <c:v>44046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77824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The Fastest Curve Was Not Trustworthy Until We Broke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41248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6B2C4"/>
                </a:solidFill>
              </a:defRPr>
            </a:pPr>
            <a:r>
              <a:t>The result: chunk size mattered, but validation made the speedup believable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417320"/>
          <a:ext cx="640080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60920" y="1325880"/>
            <a:ext cx="4389120" cy="114300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463040"/>
            <a:ext cx="3840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D25C"/>
                </a:solidFill>
              </a:defRPr>
            </a:pPr>
            <a:r>
              <a:t>7.7x faster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14884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6D0E0"/>
                </a:solidFill>
              </a:defRPr>
            </a:pPr>
            <a:r>
              <a:t>512 KB chunks vs. 2 KB chunks, two laptops, 80,000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2743200"/>
            <a:ext cx="4389120" cy="141732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889504"/>
            <a:ext cx="3886200" cy="10607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5F8FF"/>
                </a:solidFill>
              </a:defRPr>
            </a:pPr>
            <a:r>
              <a:t>Validation failures caught:</a:t>
            </a:r>
          </a:p>
          <a:p>
            <a:pPr>
              <a:defRPr sz="1400" b="1">
                <a:solidFill>
                  <a:srgbClr val="F5F8FF"/>
                </a:solidFill>
              </a:defRPr>
            </a:pPr>
            <a:r>
              <a:t>port collision | partial tree | cached partial result | binary layout | missing shards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4434840"/>
            <a:ext cx="4389120" cy="96012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4572000"/>
            <a:ext cx="3886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DCE6F2"/>
                </a:solidFill>
              </a:defRPr>
            </a:pPr>
            <a:r>
              <a:t>Fairness: 4 clients each got 50 chunks</a:t>
            </a:r>
          </a:p>
          <a:p>
            <a:pPr>
              <a:defRPr sz="1500">
                <a:solidFill>
                  <a:srgbClr val="DCE6F2"/>
                </a:solidFill>
              </a:defRPr>
            </a:pPr>
            <a:r>
              <a:t>Failure: H down before gather failed fast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23620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6B2C4"/>
                </a:solidFill>
              </a:defRPr>
            </a:pPr>
            <a:r>
              <a:t>Not a project summary: one finding, one tradeoff, and the failures that made the finding credible.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