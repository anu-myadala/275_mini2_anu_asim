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274320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ACC15"/>
                </a:solidFill>
              </a:defRPr>
            </a:pPr>
            <a:r>
              <a:t>FAST 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320040"/>
            <a:ext cx="7269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E2E8F0"/>
                </a:solidFill>
              </a:defRPr>
            </a:pPr>
            <a:r>
              <a:t>Why our 7.7x chunk-size speedup only counted after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61320" y="320040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0">
                <a:solidFill>
                  <a:srgbClr val="94A3B8"/>
                </a:solidFill>
              </a:defRPr>
            </a:pPr>
            <a:r>
              <a:t>Anukrithi + Asim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960120"/>
            <a:ext cx="6995160" cy="498348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oster_chun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7008"/>
            <a:ext cx="6510528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8" y="5440680"/>
            <a:ext cx="6309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CBD5E1"/>
                </a:solidFill>
              </a:defRPr>
            </a:pPr>
            <a:r>
              <a:t>30 runs per chunk size on two laptops over Wi-Fi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960120"/>
            <a:ext cx="4160520" cy="1325880"/>
          </a:xfrm>
          <a:prstGeom prst="roundRect">
            <a:avLst/>
          </a:prstGeom>
          <a:solidFill>
            <a:srgbClr val="172033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097280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ACC15"/>
                </a:solidFill>
              </a:defRPr>
            </a:pPr>
            <a:r>
              <a:t>7.7x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143000"/>
            <a:ext cx="19659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faster total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1517904"/>
            <a:ext cx="196596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8BDF8"/>
                </a:solidFill>
              </a:defRPr>
            </a:pPr>
            <a:r>
              <a:t>338 ms -&gt; 44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938528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94A3B8"/>
                </a:solidFill>
              </a:defRPr>
            </a:pPr>
            <a:r>
              <a:t>same records, different response shape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514600"/>
            <a:ext cx="4160520" cy="914400"/>
          </a:xfrm>
          <a:prstGeom prst="roundRect">
            <a:avLst/>
          </a:prstGeom>
          <a:solidFill>
            <a:srgbClr val="101826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82127" y="2651760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Round-trip pressure collapsed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953512"/>
            <a:ext cx="1051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FB7185"/>
                </a:solidFill>
              </a:defRPr>
            </a:pPr>
            <a: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999232"/>
            <a:ext cx="502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953512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34D399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5560" y="3035808"/>
            <a:ext cx="10058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CBD5E1"/>
                </a:solidFill>
              </a:defRPr>
            </a:pPr>
            <a:r>
              <a:t>client calls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35240" y="3703320"/>
            <a:ext cx="4160520" cy="1508760"/>
          </a:xfrm>
          <a:prstGeom prst="roundRect">
            <a:avLst/>
          </a:prstGeom>
          <a:solidFill>
            <a:srgbClr val="111827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3840480"/>
            <a:ext cx="36118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t>Validation gates we failed first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91272" y="4224528"/>
            <a:ext cx="512064" cy="310896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91272" y="4279392"/>
            <a:ext cx="512064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ACC15"/>
                </a:solidFill>
              </a:defRPr>
            </a:pPr>
            <a: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4696" y="46177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70" b="0">
                <a:solidFill>
                  <a:srgbClr val="CBD5E1"/>
                </a:solidFill>
              </a:defRPr>
            </a:pPr>
            <a:r>
              <a:t>stale ports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41080" y="4224528"/>
            <a:ext cx="512064" cy="310896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279392"/>
            <a:ext cx="512064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ACC15"/>
                </a:solidFill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04504" y="46177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70" b="0">
                <a:solidFill>
                  <a:srgbClr val="CBD5E1"/>
                </a:solidFill>
              </a:defRPr>
            </a:pPr>
            <a:r>
              <a:t>partial tree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90888" y="4224528"/>
            <a:ext cx="512064" cy="310896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90888" y="4279392"/>
            <a:ext cx="512064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ACC15"/>
                </a:solidFill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46177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70" b="0">
                <a:solidFill>
                  <a:srgbClr val="CBD5E1"/>
                </a:solidFill>
              </a:defRPr>
            </a:pPr>
            <a:r>
              <a:t>cache bug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140696" y="4224528"/>
            <a:ext cx="512064" cy="310896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0696" y="4279392"/>
            <a:ext cx="512064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ACC15"/>
                </a:solidFill>
              </a:defRPr>
            </a:pPr>
            <a: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46177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70" b="0">
                <a:solidFill>
                  <a:srgbClr val="CBD5E1"/>
                </a:solidFill>
              </a:defRPr>
            </a:pPr>
            <a:r>
              <a:t>binary layout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890504" y="4224528"/>
            <a:ext cx="512064" cy="310896"/>
          </a:xfrm>
          <a:prstGeom prst="round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90504" y="4279392"/>
            <a:ext cx="512064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ACC15"/>
                </a:solidFill>
              </a:defRPr>
            </a:pPr>
            <a: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53928" y="46177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70" b="0">
                <a:solidFill>
                  <a:srgbClr val="CBD5E1"/>
                </a:solidFill>
              </a:defRPr>
            </a:pPr>
            <a:r>
              <a:t>missing shards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5468112"/>
            <a:ext cx="1965960" cy="685800"/>
          </a:xfrm>
          <a:prstGeom prst="roundRect">
            <a:avLst/>
          </a:prstGeom>
          <a:solidFill>
            <a:srgbClr val="13251F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18120" y="5577840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BF7D0"/>
                </a:solidFill>
              </a:defRPr>
            </a:pPr>
            <a:r>
              <a:t>Fairness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8120" y="5815584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0">
                <a:solidFill>
                  <a:srgbClr val="DCFCE7"/>
                </a:solidFill>
              </a:defRPr>
            </a:pPr>
            <a:r>
              <a:t>4 clients each got 50 chunks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5468112"/>
            <a:ext cx="1965960" cy="685800"/>
          </a:xfrm>
          <a:prstGeom prst="roundRect">
            <a:avLst/>
          </a:prstGeom>
          <a:solidFill>
            <a:srgbClr val="2A1B13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12680" y="5577840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DE68A"/>
                </a:solidFill>
              </a:defRPr>
            </a:pPr>
            <a:r>
              <a:t>Failure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12680" y="5815584"/>
            <a:ext cx="1600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19" b="0">
                <a:solidFill>
                  <a:srgbClr val="FFEDD5"/>
                </a:solidFill>
              </a:defRPr>
            </a:pPr>
            <a:r>
              <a:t>H down before gather failed fast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263640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</a:defRPr>
            </a:pPr>
            <a:r>
              <a:t>Takeaway: chunk size is a performance knob; validation is what made the knob worth measuring.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