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Total Request Time vs. Chunk Size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total time (us)</c:v>
                </c:pt>
              </c:strCache>
            </c:strRef>
          </c:tx>
          <c:spPr>
            <a:solidFill>
              <a:srgbClr val="50BEAA"/>
            </a:solidFill>
          </c:spPr>
          <c:cat>
            <c:strRef>
              <c:f>Sheet1!$A$2:$A$6</c:f>
              <c:strCache>
                <c:ptCount val="5"/>
                <c:pt idx="0">
                  <c:v>2 KB</c:v>
                </c:pt>
                <c:pt idx="1">
                  <c:v>8 KB</c:v>
                </c:pt>
                <c:pt idx="2">
                  <c:v>32 KB</c:v>
                </c:pt>
                <c:pt idx="3">
                  <c:v>128 KB</c:v>
                </c:pt>
                <c:pt idx="4">
                  <c:v>512 KB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423093</c:v>
                </c:pt>
                <c:pt idx="1">
                  <c:v>100274</c:v>
                </c:pt>
                <c:pt idx="2">
                  <c:v>31579</c:v>
                </c:pt>
                <c:pt idx="3">
                  <c:v>19446</c:v>
                </c:pt>
                <c:pt idx="4">
                  <c:v>9073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7406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Chunk Size Controls Distributed Query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4124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6B2C4"/>
                </a:solidFill>
              </a:defRPr>
            </a:pPr>
            <a:r>
              <a:t>NYC 311 scatter-gather over C++/Python gRPC nodes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41732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60920" y="1325880"/>
            <a:ext cx="4389120" cy="114300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463040"/>
            <a:ext cx="3840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D25C"/>
                </a:solidFill>
              </a:defRPr>
            </a:pPr>
            <a:r>
              <a:t>46.6x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6D0E0"/>
                </a:solidFill>
              </a:defRPr>
            </a:pPr>
            <a:r>
              <a:t>512 KB chunks vs. 2 KB chunks, same 80,000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2743200"/>
            <a:ext cx="4389120" cy="123444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907792"/>
            <a:ext cx="38862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8FF"/>
                </a:solidFill>
              </a:defRPr>
            </a:pPr>
            <a:r>
              <a:t>Tradeoff: fewer round trips, but larger buffers and higher per-RPC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251960"/>
            <a:ext cx="4389120" cy="105156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4407408"/>
            <a:ext cx="3886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CE6F2"/>
                </a:solidFill>
              </a:defRPr>
            </a:pPr>
            <a:r>
              <a:t>client -&gt; A -&gt; B,H,G,I</a:t>
            </a:r>
          </a:p>
          <a:p>
            <a:pPr>
              <a:defRPr sz="1500">
                <a:solidFill>
                  <a:srgbClr val="DCE6F2"/>
                </a:solidFill>
              </a:defRPr>
            </a:pPr>
            <a:r>
              <a:t>B -&gt; C,D,E    E -&gt; 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23620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B2C4"/>
                </a:solidFill>
              </a:defRPr>
            </a:pPr>
            <a:r>
              <a:t>Local debug: 3 runs. Final two-computer run: 15-30 runs per chunk size.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